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2" r:id="rId5"/>
    <p:sldId id="256" r:id="rId6"/>
    <p:sldId id="258" r:id="rId7"/>
    <p:sldId id="257" r:id="rId8"/>
    <p:sldId id="259" r:id="rId9"/>
    <p:sldId id="260" r:id="rId10"/>
    <p:sldId id="263" r:id="rId11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63535-EB84-40EA-B04A-2656611EF210}" v="29" dt="2026-07-17T10:46:29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>
        <p:scale>
          <a:sx n="90" d="100"/>
          <a:sy n="90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jimi Adejolu [ MTN Nigeria ]" userId="501d7d1a-6c0a-4fed-ace2-db6c59681f80" providerId="ADAL" clId="{5346B4CF-BDD9-45A8-A0E2-EA7AC55BF0A9}"/>
    <pc:docChg chg="custSel modSld">
      <pc:chgData name="Olujimi Adejolu [ MTN Nigeria ]" userId="501d7d1a-6c0a-4fed-ace2-db6c59681f80" providerId="ADAL" clId="{5346B4CF-BDD9-45A8-A0E2-EA7AC55BF0A9}" dt="2026-07-17T10:38:52.660" v="173" actId="478"/>
      <pc:docMkLst>
        <pc:docMk/>
      </pc:docMkLst>
      <pc:sldChg chg="addSp delSp modSp mod">
        <pc:chgData name="Olujimi Adejolu [ MTN Nigeria ]" userId="501d7d1a-6c0a-4fed-ace2-db6c59681f80" providerId="ADAL" clId="{5346B4CF-BDD9-45A8-A0E2-EA7AC55BF0A9}" dt="2026-07-17T10:38:52.660" v="173" actId="478"/>
        <pc:sldMkLst>
          <pc:docMk/>
          <pc:sldMk cId="1959282502" sldId="258"/>
        </pc:sldMkLst>
        <pc:graphicFrameChg chg="add del mod">
          <ac:chgData name="Olujimi Adejolu [ MTN Nigeria ]" userId="501d7d1a-6c0a-4fed-ace2-db6c59681f80" providerId="ADAL" clId="{5346B4CF-BDD9-45A8-A0E2-EA7AC55BF0A9}" dt="2026-07-17T10:38:49.712" v="172" actId="478"/>
          <ac:graphicFrameMkLst>
            <pc:docMk/>
            <pc:sldMk cId="1959282502" sldId="258"/>
            <ac:graphicFrameMk id="6" creationId="{E0A7622E-E431-B5E3-7294-917F12B36278}"/>
          </ac:graphicFrameMkLst>
        </pc:graphicFrameChg>
        <pc:graphicFrameChg chg="add del mod">
          <ac:chgData name="Olujimi Adejolu [ MTN Nigeria ]" userId="501d7d1a-6c0a-4fed-ace2-db6c59681f80" providerId="ADAL" clId="{5346B4CF-BDD9-45A8-A0E2-EA7AC55BF0A9}" dt="2026-07-17T10:38:52.660" v="173" actId="478"/>
          <ac:graphicFrameMkLst>
            <pc:docMk/>
            <pc:sldMk cId="1959282502" sldId="258"/>
            <ac:graphicFrameMk id="7" creationId="{327F3122-E0DA-938B-EBA7-3F16A1594116}"/>
          </ac:graphicFrameMkLst>
        </pc:graphicFrameChg>
      </pc:sldChg>
      <pc:sldChg chg="modSp mod">
        <pc:chgData name="Olujimi Adejolu [ MTN Nigeria ]" userId="501d7d1a-6c0a-4fed-ace2-db6c59681f80" providerId="ADAL" clId="{5346B4CF-BDD9-45A8-A0E2-EA7AC55BF0A9}" dt="2026-07-17T09:20:50.310" v="162" actId="20577"/>
        <pc:sldMkLst>
          <pc:docMk/>
          <pc:sldMk cId="2096666079" sldId="263"/>
        </pc:sldMkLst>
        <pc:spChg chg="mod">
          <ac:chgData name="Olujimi Adejolu [ MTN Nigeria ]" userId="501d7d1a-6c0a-4fed-ace2-db6c59681f80" providerId="ADAL" clId="{5346B4CF-BDD9-45A8-A0E2-EA7AC55BF0A9}" dt="2026-07-17T09:13:59.110" v="32" actId="20577"/>
          <ac:spMkLst>
            <pc:docMk/>
            <pc:sldMk cId="2096666079" sldId="263"/>
            <ac:spMk id="2" creationId="{0E911B59-0271-10A4-D006-4BEEEC26D43D}"/>
          </ac:spMkLst>
        </pc:spChg>
        <pc:spChg chg="mod">
          <ac:chgData name="Olujimi Adejolu [ MTN Nigeria ]" userId="501d7d1a-6c0a-4fed-ace2-db6c59681f80" providerId="ADAL" clId="{5346B4CF-BDD9-45A8-A0E2-EA7AC55BF0A9}" dt="2026-07-17T09:20:50.310" v="162" actId="20577"/>
          <ac:spMkLst>
            <pc:docMk/>
            <pc:sldMk cId="2096666079" sldId="263"/>
            <ac:spMk id="3" creationId="{A175E867-C353-A7E6-56A3-DD69F75C15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6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5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1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2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7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1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7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41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9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1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31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17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42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96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3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13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5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2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Relationship Id="rId4" Type="http://schemas.microsoft.com/office/2011/relationships/webextension" Target="../webextensions/webextension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Relationship Id="rId4" Type="http://schemas.microsoft.com/office/2011/relationships/webextension" Target="../webextensions/webextension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D36487-52BD-DA05-DD04-BEBED745A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3919" y="818984"/>
            <a:ext cx="8443348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Netflix Dataset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DB920-BC97-CEAB-F8B5-4D535BA07EAD}"/>
              </a:ext>
            </a:extLst>
          </p:cNvPr>
          <p:cNvSpPr txBox="1"/>
          <p:nvPr/>
        </p:nvSpPr>
        <p:spPr>
          <a:xfrm>
            <a:off x="3613211" y="3882263"/>
            <a:ext cx="44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Jimi Adejolu</a:t>
            </a:r>
          </a:p>
        </p:txBody>
      </p:sp>
    </p:spTree>
    <p:extLst>
      <p:ext uri="{BB962C8B-B14F-4D97-AF65-F5344CB8AC3E}">
        <p14:creationId xmlns:p14="http://schemas.microsoft.com/office/powerpoint/2010/main" val="405655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529119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7830388D-2D8A-BBB4-8ED6-9C3700FCD70A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155700" y="2603500"/>
              <a:ext cx="8824913" cy="34163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7830388D-2D8A-BBB4-8ED6-9C3700FCD7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700" y="2603500"/>
                <a:ext cx="8824913" cy="3416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Microsoft Power BI">
                <a:extLst>
                  <a:ext uri="{FF2B5EF4-FFF2-40B4-BE49-F238E27FC236}">
                    <a16:creationId xmlns:a16="http://schemas.microsoft.com/office/drawing/2014/main" id="{13ECB9BC-49FE-123F-4C87-51D5F62080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2145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5" name="Add-in 4" title="Microsoft Power BI">
                <a:extLst>
                  <a:ext uri="{FF2B5EF4-FFF2-40B4-BE49-F238E27FC236}">
                    <a16:creationId xmlns:a16="http://schemas.microsoft.com/office/drawing/2014/main" id="{13ECB9BC-49FE-123F-4C87-51D5F62080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928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FCBBBD23-7ACB-CFBD-78F8-0BF20BD683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6584494"/>
                  </p:ext>
                </p:extLst>
              </p:nvPr>
            </p:nvGraphicFramePr>
            <p:xfrm>
              <a:off x="0" y="1"/>
              <a:ext cx="2772697" cy="183863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FCBBBD23-7ACB-CFBD-78F8-0BF20BD683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"/>
                <a:ext cx="2772697" cy="1838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E4471F79-BACB-6EAA-E13C-D822F87AC0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7529951"/>
                  </p:ext>
                </p:extLst>
              </p:nvPr>
            </p:nvGraphicFramePr>
            <p:xfrm>
              <a:off x="0" y="1"/>
              <a:ext cx="12192000" cy="685799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E4471F79-BACB-6EAA-E13C-D822F87AC0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"/>
                <a:ext cx="12192000" cy="68579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83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CC6B8BFC-86BC-0BB4-BA45-4527C0F3CB8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759750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CC6B8BFC-86BC-0BB4-BA45-4527C0F3CB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46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503CD1FE-859F-B2BE-EA18-CCEAC9B4B07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1651064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503CD1FE-859F-B2BE-EA18-CCEAC9B4B0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44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1B59-0271-10A4-D006-4BEEEC26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Quality, Assumptions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E867-C353-A7E6-56A3-DD69F75C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Movie Titles were given TV Ratings</a:t>
            </a:r>
          </a:p>
          <a:p>
            <a:r>
              <a:rPr lang="en-US" sz="2800" dirty="0"/>
              <a:t>Original Duration column contained both number of seasons and movie time length</a:t>
            </a:r>
          </a:p>
          <a:p>
            <a:r>
              <a:rPr lang="en-US" sz="2800" dirty="0"/>
              <a:t>Split Cast, Director, Country &amp; Genre column </a:t>
            </a:r>
          </a:p>
          <a:p>
            <a:r>
              <a:rPr lang="en-US" sz="2800" dirty="0"/>
              <a:t>Duration values were in TV Ratings column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660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webextension1.xml><?xml version="1.0" encoding="utf-8"?>
<we:webextension xmlns:we="http://schemas.microsoft.com/office/webextensions/webextension/2010/11" id="{00f8ce2b-70a7-4f6a-8755-0ddacd71bba1}">
  <we:reference id="WA200003233" version="2.0.0.3" store="en-US" storeType="OMEX"/>
  <we:alternateReferences/>
  <we:properties>
    <we:property name="Microsoft.Office.CampaignId" value="&quot;none&quot;"/>
    <we:property name="reportUrl" value="&quot;/groups/me/reports/2dcfbe3a-41d1-48a3-98fd-992f882fc8ae/e9aa1ef1c14a1506385e?bookmarkGuid=024b0402-b28f-49ae-8eb6-8325547a5114&amp;bookmarkUsage=1&amp;ctid=c9b9cb50-3644-4db4-a267-fa84df2f4ceb&amp;fromEntryPoint=export&quot;"/>
    <we:property name="reportState" value="&quot;CONNECTED&quot;"/>
    <we:property name="artifactViewState" value="&quot;live&quot;"/>
    <we:property name="reportEmbeddedTime" value="&quot;2026-07-16T18:12:31.814Z&quot;"/>
    <we:property name="creatorSessionId" value="&quot;326a2508-5b62-4e06-bd50-28139628a7b9&quot;"/>
    <we:property name="creatorUserId" value="&quot;10032005FE6E48FD&quot;"/>
    <we:property name="creatorTenantId" value="&quot;c9b9cb50-3644-4db4-a267-fa84df2f4ceb&quot;"/>
    <we:property name="pageDisplayName" value="&quot;Overview Dashboard&quot;"/>
    <we:property name="pageName" value="&quot;e9aa1ef1c14a1506385e&quot;"/>
    <we:property name="reportName" value="&quot;Netflix&quot;"/>
    <we:property name="isVisualContainerHeaderHidden" value="false"/>
    <we:property name="isFiltersActionButtonVisible" value="true"/>
    <we:property name="initialStateBookmark" value="&quot;H4sIAAAAAAAAA+1XbW+bMBD+K5G/bJPQBOEl0G9pmkpTl7ZqquzDFE3GHNQtwciYLFmU/76zIUqbtRuatLXT+iXizpd7ee45fGxIwqsyp+tzugByRI6FuFtQeddziEWKVndxcTYZXp19OR9OxqgWpeKiqMjRhigqM1AzXtU01x5Q+XluEZrnlzTTUkrzCixSgqxEQXP+DRpjPFKyhq1FYFXmQlLtcqqoAu12ieYoY2znvYsRKVN8CVNgqtFCRKkDqcMcjzq+HbihD2hWNQYms0dNtGsTfiQKRXmBYbTOtSMv9KO+TyPXCxM39JxY6yteZHmb8P6/1+tSo6JgpWKx0njEtxhYe9pusSAvCRI78BmzAwoDGgWh6+l/pzxXbcB4PV6VErHa7DBm/UEaBMyL/SByo9SOo1RXpJpYI8QlE5IzzMNqHWk/sx1OfYucSrEwHttOcrQcF4qrtRYKlJrE7S026NMNSDDWiETCG1g35IP51blBVTVIGpO8XhycaGkqasngCtK9YOJqEC6lwJ6b2KaGrY46o3ltKIJOP3KsoYHVqNHwzUQsObzRtnNEct6Q417AToncr/nxTCxyI76OJCCoCTlyttZmh/MwWdKCofYw8jDLJGR0h9P4z6R1Whctw/3DLG0Dx08JyahM2qMHnERBJiCP16aZJ1zuxghJM37uKrEsVMV9PwnBg5SGQQgD3+67ztMj86zNMhztndTNG6v3dsKLWkH17qA058cGPjfNOmbu/bOZu78xNBmtM3iR89KdaO0MhcxJo4T6vj0YBB4+hcELnSE8yDu88fa0e3j//YVLoQNzEoH9GN1QqV4kfZ7AWF/DzTaFtrf39qUW4nX3G//XmM7NPuQHKWODmPppYAdJPwqjQfS6D3XZh65nvSmy8nUj+t82IjM3+4TJAvAzSz+IWlUlZXBJi4auZeOOQ/PRsyppkWh0zLOZiUeIpb+8iImBcPE4h472bW7fAcgR2ko0DgAA&quot;"/>
    <we:property name="bookmark" value="&quot;H4sIAAAAAAAAA+1XS2vbQBD+K2YvaUEUyXpYyi1xHCg0JTTBPRQfRquRsomsFauVa9f4v3d2JePETVpTaJPSXIxmdjyPb77RjtYsE01dwuojzJEds1Mp7+ag7gYec1jV6dDnEfox94Ms9lI/cOMh0qmstZBVw47XTIMqUE9F00JpHJHyy8xhUJaXUBgph7JBh9WoGllBKb5hZ0xHWrW4cRgu61IqMC6vNGg0bhdkTjKl4L3zKSJwLRZ4hVx3WkwAPMw97gXghW7kx6FJrOkMbGaPmhjXNvxYVhpERWGMzneTIA6TYQiJH8SZHwdeavSNqIqyT3j33+tVbcDRuNSpXBo80lsKbDxtNlRQkEWZG4WcuxHgCJIo9gPz71yUug+YribLWhFW6y3UfDjKo4gHaRglfpK7aZKbinQXa0y4FFIJTnk4vSPjZ7rFaeiwcyXn1mPfUEGWk0oLvTJCRVKXuLuhBn2+QYXWmpDIRAfrmr23vyY3bJoOSWtStvO9EyNdyVZx/IT5TrBxDQiXSlLPbWxbw8ZEnULZWoqQ0w+CauhgtWoyPLqQC4FHxnZGSM46ctwLeFAi92t+PBOH3civY4UEasaOvY2z3uJ8ki2g4qTdj3xSFAoL2OI0+TNpnbdVz/BwP0vXwvFTQnJQWX/0gJMkqAzV6co280yo7RgRaSbPXSWVRap0GGYxBphDHMU4Ct2h7z09Ms/aLMvRwVnbvbEGby5E1Wps3u6V5v3YwOem2YGZB/9s5v5vDE0BbYEvcl4OJ1o/QzH38iSDMHRHoyigpzh6oTNEB+UBb7wd7R7ef3/hUjiAOZmkfoxvQOkXSZ8nMDbXcLdNke3tvX2ph3h1+I3/a0xndh8Ko5zzUQphHrlRNkziZJS87kOH7EPX08EVsfJ1I/rfNiI7N7uE2RzpM8s8yFY3NXC8hKqja925E9h99CxrqDKDjn22M/EIsexHGbNhbLDvGIpdCwwOAAA=&quot;"/>
    <we:property name="datasetId" value="&quot;51a39d1e-2ac9-478f-9068-72c37b3888fa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225ADE1-009E-400D-9862-10242089B327}">
  <we:reference id="wa200003233" version="2.0.0.3" store="en-US" storeType="OMEX"/>
  <we:alternateReferences>
    <we:reference id="WA200003233" version="2.0.0.3" store="WA20000323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CAD8EC8-91BA-450C-BC9A-F57604A29975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https://app.powerbi.com/groups/me/reports/2dcfbe3a-41d1-48a3-98fd-992f882fc8ae/e51ef97997dc469055b5?fromEntryPoint=shares%2F2dcfbe3a-41d1-48a3-98fd-992f882fc8ae%2Fe51ef97997dc469055b5%3FportalSessionId%3Dfde309e7-e290-4a00-9209-1bac89cb0a95&amp;fromEntryPoint=share&quot;"/>
    <we:property name="reportName" value="&quot;Netflix&quot;"/>
    <we:property name="reportState" value="&quot;CONNECTED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e51ef97997dc469055b5&quot;"/>
    <we:property name="pageDisplayName" value="&quot;Content Growth &amp; Trends&quot;"/>
    <we:property name="datasetId" value="&quot;51a39d1e-2ac9-478f-9068-72c37b3888fa&quot;"/>
    <we:property name="backgroundColor" value="&quot;#FFFFFF&quot;"/>
    <we:property name="bookmark" value="&quot;H4sIAAAAAAAAA+1YbU/bSBD+K2ilU79Yldfx+oVvJNDTSW2FCuJ0OqHTeHecuDh2tF5Tcsj/vbNrQykNCRdCS0/9lp0d5uWZZ3bGXDNVNIsSlu9hjmyfjev6Yg76Yo8zj1W9jKMf+xDEoVRRCiqJBAe6rRemqKuG7V8zA3qK5qxoWiitIRL+fe4xKMtjmNpTDmWDHlugbuoKyuJf7JXpyugWO4/h1aKsNViTJwYMWrOXpE5nG8LrEXkEaYpLPEFpeikKjnkap2msZBilvhCZILWmV3CRrVSxpp37SV0ZKCpyY2U8EcqPQpXnmYxTEaoQnG5TVNNyCPjL354uFxYcg1cmq68sHtlHcmwtdR0llOcxDzKV8FBFQqQhjwKXVF6UZnCYLY+uFpqwIgR7awfqEiqJijlANDZ9/tdsUpft3P06+kp+Urda4gfM3VVlCrMkM0XFbAjHuibEnURjidDgP0sE7e5m9aeJRgJasX2/8zZHcDCdapyCGY5HOw2PLkp0wjdtNZRXfBvmOUnWVgNIdzIDbb6uBx20Qj1eOqwPC31DocC7F/CPyLI7v6E26X68Q94J5T2tdR/1jhlw7kga5ZngXEoIohR5ECd5FG4k6RBWIakAu+bpIUpQ+D9mqCzbhqBFNQb9i6nrOdBzNEsyPwiEkFHERZYn3M/WPKTDzAq4wAgF5vT2YgR5CsLOrJUM7g1ZO2c3A4fQfqPrubM4TEbLt9ugD8nAKWSEkcf6wvoWmz9nVNkBg0oVN7V5X5tv0fjjHkLN47HrDy6me9C9o4E22/traHGPnUHZumlMpt8WlGXPSCcm9aotS6toge4cd5/SzV9AWRfVz9DYwRaNnT2xn58D6+fo18d57ls3TriCIFUB+oGPSZSkEd9+B9ohDU5t0Zvfdf3JzMbLW2beyea3PapmNb3PDH8rAu86uAdaaSNHS9p1X8rQeUoJnoPXj0a9p3bKhYhB+X42yiFMVAKjl7vebyRGUxaSRuBdVrA50ked/aHAgMti0TsssL+vlbtGl+TK+fJqDE0hX7FhvHQPVO12Sj3TlpuNRhwyGQb0CuUjFBHPNm+5L2cabbVmglbD1Y9v9f+wX1qRDLkIFE9HGGdJTL0VC/m9WuvB6fYTbS8r+OJ9l48352Kb18eAvEB18Ovj/XEk7Nf1bvVrXbemWYDEY6hwxatNFYdK2cKsfbndP+xu3+2u+wwPMnA3KBQAAA==&quot;"/>
    <we:property name="initialStateBookmark" value="&quot;H4sIAAAAAAAAA+1YbU/bSBD+K2ilU79YJ6/j9QvfkkBPpx4UFcTpVKFqvDtOXBw7Wm8oOZT/frNrQykNSRpCS0/9lp0d5uWZZ3bG3DBVNNMS5scwQbbPBnV9OQF9uceZx6pO9vbtm6P+uzcfjvtHhySup6aoq4bt3zADeoTmvGhmUFoLJHx/4TEoyxMY2VMOZYMem6Ju6grK4l9slenK6BkuPIbX07LWYE2eGjBozV6ROp3JN/+9Rx5BmuIKT1GaVoqCY57GaRorGUapL0QmSK1pFVxkS1Wsaed+WFcGiorcWBlPhPKjUOV5JuNUhCoEp9sU1ajsAv78t2fzqUXF4LXJ6muLR/aRHFtLiwUllOcxDzKV8FBFQqQhjwKXVF6UpnOYzQ+vp5qwIgRba311BZVExRwgGps2/xs2rMvZxP06/EJ+Ws+0xHeYu6vKFGZOZoqK2RBOdE2IO4nGEqHBD3ME7e7G9aehRgJasX1/4a2PoD8aaRyB6Y6HOw2PLkp0wtezqiuv+DrMC5KsrAaQ7nAM2nxZDzpohXowd1gfFPqWQoH3IOAfkeXi4pbapPvxHnmHlPeo1m3UO2bAhSNplGeCcykhiFLkQZzkUbiWpF1YhaQC7JqnByhB4f+YobKcNQQtqgHoX0xdzYGWo1mS+UEghIwiLrI84X624iHthlXABUYoMKe3FyPIUxBASC9lcGvI2jm/HTiE9mtdT5zFbiRavt0FfUAGziAjjDzWFta32Pw9psp2GFSquK3NcW2+RuPPBwg1m2PXHlxMD6A7ooE23vuna3GPnUM5c9OYTP9VUJYtI52Y1KtZWVpFC/TCcfcp3fwZlFVR/QyNHWzR2NkT+/k5sH6Oft3Mc9u6ccIVBKkK0A98TKIkjfj2O9AOaXBmi978oetPZjyY3zHzXja/7VE1q9FDZvhbEXjXwT3SSms5WtKu+1KGzlNK8By83hj1ltopFyIG5ftZL4cwUQn0Xu56v5YYTVlIGoH3WcEmSB919ocCAy6LaeuwwPa+Vu4aXZJL58urATSFfMW68bJ4pGp3U+qZttys1+OQyTCgVyjvoYh4tn7LfTnTaKs1E7Tqrn58q3/DfmlFMuQiUDztYZwlMfVWLOT3aq1Hp9tPtL0s4Yv3XT7enIttXh8D8hJV/9fH+2YkbNf1xfLXup6ZZgoST6DCJa82VRwqZQuz8uW2/5VjzgdVqrChbKbfBfcf6/VG9VAUAAA=&quot;"/>
    <we:property name="isFiltersActionButtonVisible" value="true"/>
    <we:property name="isVisualContainerHeaderHidden" value="false"/>
    <we:property name="reportEmbeddedTime" value="&quot;2026-07-16T18:14:16.602Z&quot;"/>
    <we:property name="creatorTenantId" value="&quot;c9b9cb50-3644-4db4-a267-fa84df2f4ceb&quot;"/>
    <we:property name="creatorUserId" value="&quot;10032005FE6E48FD&quot;"/>
    <we:property name="creatorSessionId" value="&quot;e125ca3e-1a03-40de-8b6a-395bbf9eb3b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44357EA9-EBE3-4F68-B3C4-1A854A7CB115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2dcfbe3a-41d1-48a3-98fd-992f882fc8ae/3870dba9e72c4cd9e7f7?bookmarkGuid=d7004b35-abbb-47ed-a3b0-7f767603e77a&amp;bookmarkUsage=1&amp;ctid=c9b9cb50-3644-4db4-a267-fa84df2f4ceb&amp;fromEntryPoint=export&quot;"/>
    <we:property name="reportName" value="&quot;Netflix&quot;"/>
    <we:property name="reportState" value="&quot;CONNECTED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3870dba9e72c4cd9e7f7&quot;"/>
    <we:property name="pageDisplayName" value="&quot;Ratings &amp; Genre Analysis&quot;"/>
    <we:property name="datasetId" value="&quot;51a39d1e-2ac9-478f-9068-72c37b3888fa&quot;"/>
    <we:property name="backgroundColor" value="&quot;#FFFFFF&quot;"/>
    <we:property name="bookmark" value="&quot;H4sIAAAAAAAAA+1bW1PbOBT+K4xfujsTOrLka98KbXe7SyktHXZ2dpiOLkeJi2NnFZuS7fDfV5LtJEAcQgkkgfBi635u32cdKfxwRDIcpHR0SPvgvHL28vysT9XZjut0nKyq8wSKQyQ83/c8QkPfDZmnW/NBkeTZ0Hn1wymo6kJxkgxLmpqJdOU/px2HpukR7ZqSpOkQOs4A1DDPaJr8B1Vn3VSoEi47DlwM0lxRM+VxQQsw057r7rqsRXBfEr0i5UVyDsfAi6qWRFosRmMIMfe40E8Z6m7DqoOVbGYXM7Vdfj/PCppkehlTF2Am3EiCkMz1iE+jWPqmfphk3bQWeDL2y2hgjFPARcHyC2MP9k0vbGa6vNQKxT4DHoZeGPihYCL0OUFmtEzSol6Qjd5eDJS2lbZgNdtrcU4zDsKxBlEwrPT/4bzudhV0aVEX315p3M/Tsj+j/jgvFYfPIG1TViTFSK+RZI6R70jl2h22RjekYCvflVltXN8Ue/n3fQXaG8J5hS47YzH3dVU3VwnXBrku6X2F+Q0yBV9dZ7Xr4xWvT2asf6pr5sYio2q/R1VxNRh1QQlQeyMbaG8S1eAHd66JuIoguzxtcK37fptCbm3jSurlBdWpBacrCUVIBkRKjlHIIkJZOzhrHqTgEh8H0kPEJxRigiXXpp4ZE9VEZp6ThsS0ud+pvG9nrNk20T2npe44lSeRscpfPVBQa5+JpPHKYV7ctMP7a7YZLm61qmCFuWY0npdZoUYvrdk6zglNS8vseuaDRGtXRaCt1r1fvDDdjHkvbaQuFxXTsszAZe0hn0kekgCLgJAojiQDFz0HD3kLeSgr0/QxfOTN9REKhIckEcwLmU8CiX33WaDIvwOKOqt1oD/XgSFleidIPBwRnzFAEnnhc3BgsFYgC+YTYQQUhYBRHEvwfTdyEXsOPsKbA7KWHWbtQBJQDm7ogwSCGZVeTOlzcCBZK5DN2oVPfOQJzv0giFzshZxgKqLQe8o+Mtl51l0LB41Fac/R1jqVvjWV65WZUCCOQK+aFccF5Wcg9rb53QLpQZXhBSEX2AWGfJ3dRZzrbYpsz/AeIa/f9JB9nNMPu8T26GOJ0JiwtsUFASEiEAQCDQmMSYBQuMXFQ1L5NjQXDE3hQwie3uoatnYjQjwZb0Nz7Sl7XkKzBceywIEQ9lwsgMqACioYciW/FRxf8sHhwsnHsGT/lqClv27j46ZBv39qXn46jTmGVJtsGfnI+Kam0ywsE0iFY1b5+Gjx0y7fnPDRjqneG9NgA9Z7ZIEPkvBNrsKMyJSl0D54HD0PlPG1Xcu5D8JydrWdv4GqneOy36dWr5vy/NynYdmimLaVf6RuF/Ow7DNQO7nc+WKAMbyGDDTj69HRnFbF/uQWTrgRDn3MpCd1ehcwGRJ/cury9oKnpYCFSS9txdr98HiHU5nfE1BU8d7oAM4hvTlq3H6zqbHuCVVJ9dOJGo6LAT61Lqi1HM/hXPHahzwreuMIm5LFeaPdtDOpMM21BuOIfJLKfSr1fgWern520JPV7g0dVbot5du42HE1Rm58UK066zbiU6F2vBft7R95kWvmbO/htk/eHMS2XHZghNEtkrlzJPuDZhoMo3tJNjkiniZ/ryHwiXM+QKF3vgU1k8CqOfT6TuVpkegjaLdaFn0EBVdJo4+g3t14dKHfu2ki5ZT3QFiKeF9AvwJ3IsAMT6AqDrke+17Y/WtmHwcgi9uL+3l/oA0wbHa3TenPxPRDnamOd9HoINfphjGUTZC+YhrHIWC+6/sEdj3J4l3munKXxozjCCJfRNC6gf+cdHtWhDlUfaXf+uo0he+5ak2+MRuj2hjZ8xWb+jhujGo1qucq5h7UGhn0T4HxgbSa/wvZeYLWO4zqxOXcVH6gA9MB1XDSNOiaUDURqN+xfq+dpkvEqKqfnn7+spfS7OzXivC2dLSlo3VSbUE6egdMbflo0/io8dqWkG4npCrJ3pDIvhMheRsF2gUJaepYY2NUe0585MZTfOTVfFQ7rZWOTi9vv/NNkwzW5dJ3GdcWD3EfvPCtz2mDnoklnT6orj0iyMtiOKAcjmhW3VEMqvH2U2FP0WgmQNTvqiVO7D9vNvd6+u9/eL9+sTQ6AAA=&quot;"/>
    <we:property name="initialStateBookmark" value="&quot;H4sIAAAAAAAAA+1bW1PbOBT+Kxm/dHcmdGzJ174BpbvdcmvpsLOzw3R0OUpcHDur2CzZDv99JdlOAsRJKIEkkKdYF+tcv886EvyweDzoJ2R4THpgvbP2suyyR+Rly7HaVlr1nZx8Otr98unb8e7RgerO+nmcpQPr3Q8rJ7ID+Xk8KEiiV1Cdf1+0LZIkp6SjW4IkA2hbfZCDLCVJ/B+Uk9VQLgu4aVtw3U8ySfSSZznJQS97paartpLtvMVKImF5fAVnwPKyF4eBzSmJIEDMZVz9ikBNG5QTjGZTp+iljfj9LM1JnCoxus9HlDuhAC6o42KPhJHwdP8gTjtJpfD43a/DvvZKDtc5za61P+h3JVivdHOjDIo8CiwI3MD3Ak554DFs67dFnOSVQDo8uO5L5SvlwXK1XX5FUgbcMg6RMCjt/2HtdjoSOiSvmge3BvezpOhN6T/LCsngCwgzlOZxPlQy4tTS+p3KTIXD9KiBBEznhyKtnOvpZjf7d1+Ciga33tk37ZGa+6qrk8mYKYfc1fSxyvwGqYRvjrVa+WjF8vEU+ReqZ2YuUiL3u0Tmt5NRNSQHuTc0ifY+ljV+UPuOiqtIspuLGtdq7vcJ5FY+LrVeXlJdGHA6AhPbFj4WgiE7oCEmtBmcFQEScLCHfOHa2MMEIowEU66emhPlQnqd85rElLs/yKxnVqxoNlYzJ7VuW2Ukbe2VP7sgobI+5XEdleMsv++Hj3d8M1jca2XDKHPHaSwr0lwO3xq3ta1zkhSG2dXKh7GyrsxA061mv3mjp2n33phMXS4qJnWZgssqQh4VLMA+4j7GYRQKCo79GiLkLhShtEiS54iROzNGts9dW2BO3YB62BfIc14FirwHoKi92gB6MwMYEOp5LnZRiD1KwRa2G7yGAPprBTJ/NhGGQOwAkB1FAjzPCR2bvoYYoc0BWcMOswog9gkDJ/BAAEaUCDci5DUEEK8VyKbtwscxcjljnu+HDnIDhhHhYeC+5Bjp6jztrEWARqo012hrXUrPLeW6Rcol8FNQUtP8LCfsEvjetr5boDwoKzw/YBw5QG1PVXchY2qbIporvGeo6zc9ZZ/n9MOI2B59LBEaY9Y2uMDAeQgcg68ggRD2bTvY4uIpqXybmgumJvcgAFdtdTVbOyHGroi2qbn2lD2roNmCY1ngsG3kOogDET7hhFPbEWwuOL5m/eOFi49BQf8pQGl/18dn9YB6/lw//HQZcwaJctky6pHRTU27FixiSLilpZw8W/406zcjfVRgyufaNUiD9RFV4JMUfOOrMK0yoQk0vzzKnieq+Jqu5ZwnYTkjrfUXENk6K3o9Yuy6r8/PfRqWrYoeW/lHar6ax0WPgmxlovVVA2NwBxn2lK9HW3FamfvjWzjuhCjwEBWuUOWdT0WAvfGpy8E1SwoOC5Ne0oi1x+HxAacyv8cgiWTd4SFcQXL/rdH4/aHau+dExuWfTlRwXAzwiQlBZeVoDetW1I6yNO+OMmxCF+u9ClNr3KGHKwtGGfkijftcqP0KvFz7zEsv1rr3ZFjatpRv42LH1ch2osNS6rTbiM+5bLlvmsdPWJ4p5mye4TQvXh/ENlx2IBvZczRzZmj2B0kVGIaP0mx8RDxJ/m5N4OPgHEGudr450YvAqjn07k7lZZHoM1i3WhZ9BgNXSaPPYN7DeHShv3dTRMoI6wI3FPExh14J7piDfj2Gsjlg6t2P3OxfU/NzCCKf39zPen3lgEG9u61bn2I9z25PTHyIRYeZKje0o0yB9A2RKAoAsR3Pw7DjChrtUMcROySiDIUQejyExg38l7jTNSrMoOpb89bXpgl8zzRr/I3ZGNNGyJ5t2MTHcWNMq1A90zDnsLJIo38CjE9k1ey/kJ2laLXDKE9crnTnEenrCXYFJ0WDjk5VnYHqGannKmiqhbWp6tdVv7/sJSS9/LUkvC0dbelonUxbkI4+AJVbPto0PqqjtiWk+YRUFtkbktkPIiR3o0C7ICFNHGtsjGmviY+caIKP3IqPqqA10tHFzfw73yROYV0ufZdxbfEU98EL3/pc1OgZe9LqgeyYI4KsyAd9wuCUpOUdRb9833wqzCkaSTnw6lk25In+D03LyFBhjKtbwAXmV8r9D+oGoWlcOgAA&quot;"/>
    <we:property name="isFiltersActionButtonVisible" value="true"/>
    <we:property name="isVisualContainerHeaderHidden" value="false"/>
    <we:property name="reportEmbeddedTime" value="&quot;2026-07-16T18:15:48.459Z&quot;"/>
    <we:property name="creatorTenantId" value="&quot;c9b9cb50-3644-4db4-a267-fa84df2f4ceb&quot;"/>
    <we:property name="creatorUserId" value="&quot;10032005FE6E48FD&quot;"/>
    <we:property name="creatorSessionId" value="&quot;93ea3278-3443-41c5-8a9d-920f320e9433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664F9A7F-A726-4609-B5F6-CDC058094AC2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2dcfbe3a-41d1-48a3-98fd-992f882fc8ae/3870dba9e72c4cd9e7f7?bookmarkGuid=30cf8796-b147-42d8-bb1a-e4262e64b656&amp;bookmarkUsage=1&amp;ctid=c9b9cb50-3644-4db4-a267-fa84df2f4ceb&amp;fromEntryPoint=export&quot;"/>
    <we:property name="reportName" value="&quot;Netflix&quot;"/>
    <we:property name="reportState" value="&quot;CONNECTED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3870dba9e72c4cd9e7f7&quot;"/>
    <we:property name="pageDisplayName" value="&quot;Ratings &amp; Genre Analysis&quot;"/>
    <we:property name="datasetId" value="&quot;51a39d1e-2ac9-478f-9068-72c37b3888fa&quot;"/>
    <we:property name="backgroundColor" value="&quot;#FFFFFF&quot;"/>
    <we:property name="bookmark" value="&quot;H4sIAAAAAAAAA+1bW2/bNhT+K4FeugFuQYq6uW9Nmm7d0jRtigzDEBS8HNpqZMmjpSxekf++Q0qynYscZ02ca18sXsRz/T4dkul3T6WTccanu3wE3mtvsyiORtwcbVCv5+V1nyCUKkHCQEWBhECpmAc4WozLtMgn3uvvXsnNAMqDdFLxzC6EnX8d9jyeZXt8YFuaZxPoeWMwkyLnWfov1JNxqDQVnPY8OBlnheF2yf2Sl2CXPcbp2EYV6CuGErks02PYB1nWvSyJiRK8D7EvA6nwV8c4bVJPcJpdOsUu7cRvFXnJ0xzF2L7IF4omGpQWNGAhT/o6tP2TNB9kjcLzd79Mx9Y5JZyUojix/hDfULBd6fQUDeqHAmQcB3EUxkqoOJSM2Ld1mpWNQDHdPhkb9BV6sF5tCy0fFCaVKMn5xMCkdsF3b6vIqpF72j7Tv19URsJn0G4oL9NyiiuluWe12DMFOt31/AK5ga/UdQ+Lf7YMoDDlvSanvTXK9+9YPlsq/4065rnE3vPC3wwGBga8bJrbN6oZDmTgOt9VeZPc4UU1D7FnaS4KbraG3JRnkxEbRoHZnLpEe5uaFj9+75y+d2Hk6WGLa5z7bQG5TSrUWt9c7h86cFLNOCE6YlpLn8QiYVx0g7PhQQ6UhX6kA8JCxqHPfC3R1Zembr2QXeegJTF09ztTjNyKDdumOHNR655XR5JYr/wxBAON9blK26jsFuVFP7w/55vJ6l6rG06Zc06TRZWXZvrKua3nHfCscsyOK++kaF2dga4bZ794YadZ9566TL1Z8C7qcgl8mwiFQsuYRb6KGEv6iRZAyVOIULBShPIqy9YRo2BpjEikAqKZEkEsQhZpP6RPAkXhNVDUu9sAhksDGHMRhgEL/ISFQgDRJIifQgCjewWyaDkRJsBJDD7p9zWEIU0oEU8hRv7DAVlHIdwEkEVcAo1D0MB8wXXQ5/wpBJDdK5B1bBaaGAVKyjCKEuoHsWQ+V0kcPOYY2d15PrgXAZqp8li3csMqVwbUHqDUvNwvuTwCtfm8v1the1Dv8KJYKp+CICHu7hIpsUzR3Tu8NRw/rJCytyneiXi8eHk++rgy72pcMFAqAcUgQkj4PosIie87Lp5T80mkJiF+QH0FXEdccSUI1bI7NdsijIW4yaERwWpM65gSzfS8CPtSjHdXrr4mlfi7ArTtfAT22wF8/tQ+/O86bh8ydOhNFGSzE/VeK1inkCnPSvm4tuzq1m9JcmFg6ufWNb7F+w+UwbdS8c6vLKzKXGTQ/fIse26p5O26PqGrEOX1hDtRG38CNxv71WjEnVFnlLFjayplrlbGzbjzD8jVeu5WIwFmo9AbXywwJueQQS75tvSQ8ercnzOeookfh77Qgcb6NhI6ZuGc8bZPZFYpWJn0sk6s/Rger7Et/TXF7aORw+kOHEN28a3Z+MWh1rsH3KT13XEDx9UAn7kQNFbO1vDORO1DkZfDWb4v6OK9xTBtzDvscGPBDB+P0rhPFVYz8Hjtcy89Wuve8mlt2418G1c7r/MJ7e/UUi87jv1Umo3gRff4R1kWyJzdM2j34u1JVMdpr098coVmdIlmv/EcwTD9Ic3mZ2SL5B+0BD4PzgcosS4uuV0E7ppDz1cqj4tE12Dd3bLoGgy8Sxpdg3nX49GV/i4JiVRyOQTlKOJ9CaMa3KkC+3oKdXMi8d33ytWvufvZAV1e3dwqRmN0wKStbtvW76mdR3oLE69j0U6BRb51lNsgffV5vx+DL1+GIYOXgRb9l4JS/ZL3hfQTSEKVQOd24nM6GDoVllD1mXn316YFfC81a/6NeTCmzZC93LCFj+ODMa1B9VLD6E5jkUX/Ahhvyarlf8m4TNGmwqhPXI5t5wc+thNIAyekQWpT1WYgPvv43AQNW8yair8B/v60mfH86Oea8J7p6JmO7pNpK9LROxDmmY8eGh+1UXsmpKsJqd5kP5DMvhYhBQ8KtCsS0sKxxoMx7SnxEe0v8FHQ8FETtE46Ojy9+kY4S3O4L1fCN3FtcRu3xSvfQR226Jl70huBGbgjgqIqJ2MuYY/n9R3FuH7ffSrcKRrPFajm2XTkifvfa+29Hv77D0y3nbk1NwAA&quot;"/>
    <we:property name="initialStateBookmark" value="&quot;H4sIAAAAAAAAA+1bW2/bNhT+K4FeugFOQYm6uW9Jmm5dc2tdZBiGoODl0NYiSx4tZfEK//cdUpLtXOQ4a+Jc8yKJInmu36dD0vnuyGQ8StnkgA3Beeds5/npkOnTDdfpOFnddnj4aX/ry6dvB1v7u9icj4okz8bOu+9OwXQfiuNkXLLUzICNf550HJamR6xvnhRLx9BxRqDHecbS5F+oOuOrQpcw7ThwPkpzzcyUvYIVYKY9w+74jLLdtxQlMlEkZ9ADUVStNI6I5KwLkSd8IfGqIuw2rjpYza7tYqa24nfyrGBJhmJMW+hx6cYKpOKuTwMWd1Vg2sdJ1k9rhedjv05GxisFnBc8Pzf+4H+hYDPTdIoGdQMOIor8KAwiyWUUCErMaJWkRS2QT3bPRxp9hR6sZttBy/u5TgRKsj7RMK5c8N3ZydNyaO92L7T38lIL+ALKvsqKpJjgTEnmGC2OdI5Oty2/QKbhm2ubB/k/OxpQmHTekWlnjfK9B5ZPl8rfkmcsE9h6WfhWv6+hz4r6cfdONcMXKdjGD2VWJ3dwVc0TbFmai5zpnQHTxcVkxActQW9PbKK9T3SDH69zSd+HMHJ60uAa+/61gNw6FSqt7y73Tyw4XUUZISqkSgmPRDymjLeDsyZABi4NvFD5hAaUQZd6SqCrr03daiIzz3FDYujuDzof2hlrmk2w56LWHaeKJDFe+X0AGmrrM5k0UTnIi6t++HjJN+PVvVY9WGUuOU3kZVboyVvrto5zzNLSMjvOvJegdVUG2mbs/eaN6WbcO7WZerfgXdTlGvjWEQq4EhENPRlSGndjxcElLyFC/koRyso0XUeM/KUxIqH0iaKS+xEPaKi8wH0RKApugaLOwwYwWBrAiPEg8KnvxTTgHIgifvQSAhg+KpCFy4kwBkYi8Ei3qyAI3Ngl/CXEyHs6IGsphOsA0pAJcKMAFFCPM+V3GXsJAaSPCmQti4U6Rr4UIgjD2PX8SFCPyTjyn3OMzOo86z+KAM1Uea5LuUGZSQ3yCFBqVvQKJk5Bbr+u71ZYHlQrvDAS0nOBkwBXd7EQWKao9hXeGrYfVkjZ+xRvRTxfvLxufdyYdxUuKEgZg6QQIiQ8j4aERI8dF6+p+SJSkxDPdz0JTIVMMsmJq0R7ajZFGA1wkeOGBKsxpSKXKKrmRdjXfHSwcvU1LvnfJaBtlyPQa17g/efm5n/XcT1I0aF3UZDNdtQ7jWCVQCodI+VwbdnVrt+S5MLAVPeNazyD9x8og++l4p0fWRiVGU+hffAse+6p5G07PnFXIcrbCbeiNv4Apjd65XDIrFEXlDHv1lTK3KyM7fHgH5Cb9Twohxz0Rq42vhpgjC8hg1zzbekg41W5P2c86cZeFHhc+Qrr25CriAZzxts9F2kpYWXSS1ux9mN4vMWy9NcEl49aDCZ7cAbp1VGz91dfNd49Zjqpzo5rOK4G+NSGoLZyNodzIWr7eVYMZvm+oIvzHsO0MW8wr2sLZvh4lsZ9LrGagedrnx30bK17zyaVbXfybVxtv84jbnevknrdduznQm/4b9rfH4oiR+Zs7+G2T97sRLXs9nrEIzdo5i7R7DeWIRgmP6TZfI9skfz9hsDnwdmHAuvigplJ4KE59HKl8rxIdA3WPSyLrsHAh6TRNZh3Ox5d6XdJSKSCiQFISxEfCxhW4E4kmOEJVI9jgWM/Slu/ZvayB6q4+XEnH47QAeOmum2ePiWmH+ksdLyNRXs5FvnGUXaB9M1j3W4EntgMAgqbvuLdTe66apN1ufBiiAMZQ+ty4kvSH1gVllD1hX6P16YFfC81a/6NeTKmzZC93LCFj+OTMa1G9VLD3L3aIoP+BTDek1XLf8m4TNG6wqh2XM5M4z4bmQ6khhPSoGtS1WQg3nt4XwcNn6gxFa8+Xn/aTll2+nNFeK909EpHj8m0FenoA3D9ykdPjY+aqL0S0s2EVC2yn0hm34qQ/CcF2hUJaWFb48mY9pL4yO0u8JFf81EdtFY6OpnefCKcJhk8liPhuzi2uI/T4pXPoE4a9Mw96QxB9+0WQV4W4xETcMSy6oxiVI23nwq7i8YyCbK+1y15Yv97zbFCMI5JfQy4ZID5n7bmHBD//gOCnuMrXjcAAA==&quot;"/>
    <we:property name="isFiltersActionButtonVisible" value="true"/>
    <we:property name="isVisualContainerHeaderHidden" value="false"/>
    <we:property name="reportEmbeddedTime" value="&quot;2026-07-17T08:14:11.083Z&quot;"/>
    <we:property name="creatorTenantId" value="&quot;c9b9cb50-3644-4db4-a267-fa84df2f4ceb&quot;"/>
    <we:property name="creatorUserId" value="&quot;10032005FE6E48FD&quot;"/>
    <we:property name="creatorSessionId" value="&quot;b31021ca-cd97-4745-b25b-54308cfda8cc&quot;"/>
    <we:property name="artifactViewState" value="&quot;live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D11B423B-989D-4EFD-A1C7-D3AF543A4F46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2dcfbe3a-41d1-48a3-98fd-992f882fc8ae/79a877838edfc66d5373?bookmarkGuid=a1c35b73-3c58-4698-9113-60072e2c6183&amp;bookmarkUsage=1&amp;ctid=c9b9cb50-3644-4db4-a267-fa84df2f4ceb&amp;fromEntryPoint=export&quot;"/>
    <we:property name="reportName" value="&quot;Netflix&quot;"/>
    <we:property name="reportState" value="&quot;CONNECTED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79a877838edfc66d5373&quot;"/>
    <we:property name="pageDisplayName" value="&quot;Country Analysis&quot;"/>
    <we:property name="datasetId" value="&quot;51a39d1e-2ac9-478f-9068-72c37b3888fa&quot;"/>
    <we:property name="backgroundColor" value="&quot;#FFFFFF&quot;"/>
    <we:property name="bookmark" value="&quot;H4sIAAAAAAAAA+1b227cNhD9lUAveVkEvF/ylrhOUbR1gzp1HgqjGJLDjRJZWmi1rl3D/15SWsdOYm82QHyRFRswltSIM5zDoc6h1mdFKJeLCk734AiL58XLpvlwBO2HJ7SYFfXQp6U2hEhwXETUQiqQJl1tFl3Z1Mvi+VnRQTvH7qBcrqDKA6XOvw9nBVTVa5jnVoRqibNige2yqaEq/8PBOF3q2hWezwo8WVRNC3nI/Q46zMMeJ/PUTiHQZzx5BN+Vx7iPvht6tQWjteEGQ/RKBcl1NlsOBn1k15rkoXv3O03dQVknN7nPSIkgXAw2gCABQ7o39y/Lel6tA768983pIienw5PONSc5H+59cpxHOj9PExKUG6cBleIETIjB+ZjvjmXVrR26092TRZtydXaRaoFMycCpF4xqrRjnOgPRDb52Ul7mTVv6FMdsPVAe5+AiT2xWvGqbo37ENaBlstytu7I7zY06tYbAyXkC6O07bLG3TpkI5ZDWs+KX/m+ODZfLIZO9SbU6+uxKbu03q9bjnxgvG73fnITXbZMw7333czjPXg+gWvVLJA36W5nmMKS1706GT39vjkt8mm0PUyYPh8VxxeFWgVyd8/WRzIp3zb87LaakhuI5PZ99RIEYdEwG74IUEr3XyvK7R2Gv6b6c461A45tV3bWnz+h2+PTQzG64+Nfer3t/vN37CN9tAHg13k9RJFdQTIXPYvBgOdWRaseCu4daunsUxVYo1ququguMxGaMOJGECimVkUy7oDz4KWAkv6HSbhshuRGhyPMWKEnkzjKnOCUcb0LoduJTG+MT1jqPVgvBI1MCQzCT2KvZg6pythEjL5mnRDkvhBeeew4iTAEj/qAw4tdjtEbhRTiG2mP4ooxfzOctzuEii7vfl4qVXTVwsVerek3r5Zdh5qRsZOEO2p130Haf0vDUaAO2L097UH8q2wvlkFbU7r1PMi+NQdEk2/dXNMu6IE63X4pbcqXDXpgoqzl6ogL3NnJtYgT1VWGiBFBLIxPaCccJs45Ogkw9LkpsLLUk6VI0Bok06LWVU0Dx2x6WN+F4JwBufpLS4CJnggcWmXNKKxJvZGOPCcBRPEkvjss4l0ZnqsORg1QMtZoCRmPSnci0ME4ZI4jSSXd6ApNgpNvpzrvCaLPytMC9J1oqnaqJsBiVmATlUA8KoxvU9xhUw2WYt3lMce1p8g/J8n0lCwHCSdBcehKcNxjgx7uUrYTJm4Mn+2lh3ufbFLDII3gRvLSUWAeIk9jHH5d0BK6kDhGllE7o9OvFJE7qx8RqrfWO0cg10UQorjV1k5D3Y2K1QjtMEAVKYtRSS0zkdgoYjYLVXih4CJQabxwhREXifXSTOGUZ0zulAN5GojilTAmLnlPCpoDRKE7CxqAOfwi07yjQ0Ca24ZikVnJmAmoE+VWBJqkz0dgIqX6FM0ZbO4kSflzCAC0ziW1qmxSeBMWDMJMgNGMSBtEFhlpQT7zkqeS4kzAFjMYkDJgG4zHVkPEUAzKK0k0BozEJg0AjsURQxUKSCJCKiZEpYDQK0vnxy9uREmcsBRU4o9wLMYnXr+P/jsO9qoafsW7xH/oZpWYPNVA2lkD51wMdtxK7ceHcjxbr5dhlloojbOeYPzSrbrkAj6+hHvarxTBIib1dWhhQhwxI/7nfFK/ZIPp/5CrW+0P6+R/JbgOTQDYAAA==&quot;"/>
    <we:property name="initialStateBookmark" value="&quot;H4sIAAAAAAAAA+1bW0/cOBT+K1Ve+jKqfL/wRlm6WrFAVbr0YYUqX46HtCEZZTIsU8R/XzsZLi0wTCVuIQhpNHZOfI7P5+N8nzOcZj6fTgoz3zFHkK1l76vq+5Gpv7/B2SgrF327u1vb65+2vu6sb2/G7mrS5FU5zdZOs8bUY2j28+nMFGmE2PnvwSgzRfHRjFMrmGIKo2wC9bQqTZH/gM44XmrqGZyNMjiZFFVt0pB7jWkgDXsczWM7+sbvaPRoXJMfwx64puuV2igpFVXggxPCcyqT2bQzaCO70SQN3brfqMrG5GV0k/oU52CYDV57w5AHH+9N/dO8HBeLgC/v/TyfpKw0cNLY6iTlw36LjtNIZ2dxQgxTZaUBISgyygdvXUh3h7xoFg7tfPNkUsdcnZ7nmAER3FPsGMFSCkKpTAg0na+NmJdxVecuxjFaDJTG2T/PExllH+rqqB1xgWQeLTfLJm/mqVHGVhc4OosAfTmEGlrrmAmfd2k9zf5qP1NsMJ12mWxNitnRL1dSa6+a1Q4+QbhstH5TEj7WVcS89d3O4Sx53TfFrF0icdC/8ziHLq1tdzR8u10d5/A22R7ETB50i+OKw5UCuTrnmyMZZYfVfxs1xKT6bA2fjS5QQAos4d5ZzxkH56TQ9PFR2Kma63N8EGhcNSubev4Or4ZPC83olov/7Gzt7H7ZuYDvIQC8Gu/PKKIrKMbCJ8E7oymWAUtLvH2CWnp8FNlKKJazongMjNhyjCjiCDPOheJEWi+ccUPAiP9GpT00QnwpQoGmLZCjQK0mVlCMKNyG0MPEJ5bGx7S2DrRkjAYiGHivBrFXk2dV5WQpRo4Th5GwjjHHHHXUMD8EjOizwojejNEChXV/bEoH/loZr4/HNYzNeRY375eK5U3RcbEPs3JB6/n1MFNSlrJwa+qNQ1M3P9Pw2Kg91O/nLah/5PW5cogravPJJ5mWRqdoou23K5plURDz1ZfiilzpoBUmQksKDglPnQ5UqhCMuFOYCGawxoEwaZmliGiLB0GmXhYlVhprFHUpKAWIK3BS8yGg+HsPy9twfBQAlz9JsbeBEkY9CcRaIQUKt7KxlwRgL56kC4wkpVzJRHUoUMMFASmGgFGfdCcQyZQVSjEkZNSdDplBMNLVdOdjYbRceWpDnUOSCxmrCZEQBBsE5RDPCqNb1HcfVMNlmA95THHjafKrZLlfyYIMoshLyh3y1inw5vVdykrC5PP+m724MJ/ybYrRQINxzDuuMdLWAAxiH39Z0tFQwaUPwDm3TMY/xwZxUt8nVqu1swQHKpFETFApsR2EvO8Tq2XSQoTIYxSC5JJDJLdDwKgXrPZcwRuPsXLKIoREQM4FO4hTlj69U/LG6YAExZgIpsFRjMgQMOrFSVgf1OGrQLtHgQY6sg1LONacEuVBguF3CjSOrQpKBxPrl1mlpNaDKOGXJQxAExXZptRR4XEjqGdqEISmT8IgWE9AMuyQ4zSWHLXcDAGjPgkDIo1yEGtIOQweCAZuh4BRn4SBxwFpxLAgPkoEE4uJoCFg1AvSefHj7YCRVRob4SnB1DE2iNev/f+Nw5Oqhj+hrOEr/oVSk+caKOlLoPTuQPutxG5dOE+jxVo5dpml7AjqMaQv1ayZToyDj6bs9qtJN0gOrV1cGKb0CZD2e7sp3rBBpP/WylofEaHcFrCi/SK4/wFNqL99aDYAAA==&quot;"/>
    <we:property name="isFiltersActionButtonVisible" value="true"/>
    <we:property name="isVisualContainerHeaderHidden" value="false"/>
    <we:property name="reportEmbeddedTime" value="&quot;2026-07-16T18:16:08.739Z&quot;"/>
    <we:property name="creatorTenantId" value="&quot;c9b9cb50-3644-4db4-a267-fa84df2f4ceb&quot;"/>
    <we:property name="creatorUserId" value="&quot;10032005FE6E48FD&quot;"/>
    <we:property name="creatorSessionId" value="&quot;1eaab85b-ab15-42da-9b7a-c6509c38ec15&quot;"/>
    <we:property name="artifactViewState" value="&quot;live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B5B5827F-6605-4BE8-A93A-7FD60091070C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2dcfbe3a-41d1-48a3-98fd-992f882fc8ae/64122ae19e1f710c8a7b?bookmarkGuid=c5402988-6598-4a27-a146-5fa2c856a691&amp;bookmarkUsage=1&amp;ctid=c9b9cb50-3644-4db4-a267-fa84df2f4ceb&amp;fromEntryPoint=export&quot;"/>
    <we:property name="reportName" value="&quot;Netflix&quot;"/>
    <we:property name="reportState" value="&quot;CONNECTED&quot;"/>
    <we:property name="embedUrl" value="&quot;/reportEmbed?reportId=2dcfbe3a-41d1-48a3-98fd-992f882fc8ae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64122ae19e1f710c8a7b&quot;"/>
    <we:property name="pageDisplayName" value="&quot;People Analysis&quot;"/>
    <we:property name="datasetId" value="&quot;51a39d1e-2ac9-478f-9068-72c37b3888fa&quot;"/>
    <we:property name="backgroundColor" value="&quot;#FFFFFF&quot;"/>
    <we:property name="bookmark" value="&quot;H4sIAAAAAAAAA+1ZUW/bNhD+K4NeugFGIFKyZOetcT0gaOsFTZs+FHk4kSeZjSwJFJ3ZC/zfdyTl1k07JxiWsijmB8M8nu47frr7JJzvIqn6robtAlYYnUZnbXuzAn3zC4tGUeNtooyBjXORxXmWTtJUxHxMu21nVNv00eldZEBXaK5Uv4baBiLjh+tRBHV9AZVdlVD3OIo61H3bQK3+Qu9MW0avcTeKcNPVrQYb8tKAQRv2ltxpTSmwk4QQQRh1i5cojLdmKeMckE2RlTmLxQTygtx67+Ay+6aLDe3gZ21jQDUEY21Jko1z4LJMEihENgFAsPZeNVU9JPz52rfbzpJjcGOKdmP5KD4SsI2029GBsjjLSxgDL8ccJlLG08IdqlS1GQCL7XzTaeKKGPTRZnTyqtVKEJLjRGPvKbiLZm29Xrlf8y/sl+1aC3yDpdtqjDJbiqSayGZxoVsi3Vmk0pRfq0+Y21m2f840Ep6MTuPd6PumwMOnkBxN4bm8hUaQ9T7+86rSWIEZlvP/NDnaqNEZf183Q5WPv06TWqvY+vqj0hm6NGasKLNiOpWSs7iQqUxtMwznmW9EvZZIBl9/NpGrfXtxwtPtykUbdECR52Gio8jjOfD3S9QemxpIqj0Xi9Z8ffTze3T0w3WPIMovXDLHSpkSuoJ67USHQr9SdDzfqM5M7s/eLV4u/ni/eGa9r3f2c32P1HRPzOd8XqMBCcZJAP6b/B/bi3QAAWKJ0uV7bnDlQZREG0GhX/aCLj+Xvs5WHWjV76tuv3qpGlsgo+gVluYJNOONqpYu7gMk79yhbu3Oa+isV0weg4M9sb8BR4W1AD1bgjZfKisttER9tnWUvHDp7Wt4HrxR7an9Q4p8Px48hgZF2z5B8biHDUeO8QTKNMEyFTyfFLII+rAR0JuTaTCVd/B5WPgsLPw4LHwaFj4JzH4SmP4kNP/HX6+eHj/cG6bHD/eS7fHjsPg8sPbzSWD8wA8fHlj/eGD944H1jwfWPx5Y/3hg/eOh9S8sPAssvyyw/LLA8ssCyy8LLL8ssPyy0P0XWP5ZYPllgeU3sPyEvvs/2Wg7GZf0Efk0RcySQkxYIn/W0fanwdnDY+1mXdc/zET7MO8fdZp9MJQ8NskeeP32EPvXsxqam98eOcSmyuwpPsqz/6fZDxaOo3x3SFC0Ql25f03btek7EHgBjW/Pzkdw5eSqGRqJcl/Z/3Bn3d/Qw621X38DVq365/4eAAA=&quot;"/>
    <we:property name="initialStateBookmark" value="&quot;H4sIAAAAAAAAA+1Z32/bNhD+Vwa9dAOMQKT8M2+J5wFBGidItvShCIaTeJLZyJJA0Zm9wP/7jqTcumnnBMOyK4r5yTyd7rv7dPwonB4jpdumhM0clhgdR6d1fb8Ec/+DiHpR1dkuL88vTq7Pf5+fXMzIXDdW11UbHT9GFkyB9la3KyhdBDK+v+tFUJZXULhVDmWLvahB09YVlPpPDM50yZoVbnsRrpuyNuBC3liw6MI+kDutCVscJYQImdUPeIOZDdZhX0gJKCYo8pGIszGMUnJrg4PP7KsuLrSHn9aVBV0RjLMlyXAwAqnyJIE0G44BEJy91VVRdgl/uvfXTeNYsbi2ab12fKQfCNhF2m6poGE8HOUwAJkPJIyViiepLyrXpe0A081s3RjiihgM0aZUeVEbnRGS58RgGyh4jKZ1uVr6f7PP7Df1ymR4jbm/VFltNxRJV5HL4srURLq3KG0ov9ocCX9lUf8xNUh4KjqOt73/NgXJn0JyMIUT9QBVRtan+CdFYbAA2y1n/2pydKFEb/xlVXVdPvgyTdpa6Sb0H7VOtz1jIdJ8mE4mSkkRp6qv+m4zdPXM1lm5UkiG0H8ukdvd9pKEZ+qlj9YJgCbP/UR7UcDz4O8WaAI2bSCld1zMa/tl6WdP6Gi7+15AVFj4ZA61MiV0C+XKiw6FfqupvLBRvZnc3/w2P59fvpu/cd53W/e7e0Jqf0fMp3wu0IIC6yUA/0n+L92LVEAG2QKVz/fM4jKAaIUugsawbDO6/UyFPls2YHS767rd6lxXrkF60VvM7StoxrUuFj7uMyRvfVEP7soFNM4rJo/OwVUcHsBBYU3BTBdg7OfKSguj0JxuPCU/+/R2PTxj36iu6nBIke+HvWOoU7TNKzSPP2wkSozHkPcTzPuZHI1TlbIeNhm09mjCpvIefsQLP+SFH/DC93nhE2b2E2b6E27+D79evT4+3xtmwOd7yQ74MS++ZNZ+OWbGZz58JLP+SWb9k8z6J5n1TzLrn2TWP8mtf7zwgll+BbP8Cmb5FczyK5jlVzDLr+Def8zyL5jlVzDLL7P8cD/972y0nQxy+mWjSR9xmKTZWCTqex1tfxycPT/WrlZl+c1MtPfz/lan2XtDyUOT7I7Xrw+xfzwtobr/6YVDbOrMluKjOv1/mv1s43jKt/sERUs0hf9qWq9s20CGV1CF7dmECL6dfDdDpVDtOvtvnqz71hx5DHpKOi3xhf5dcn8BYC9njCYfAAA=&quot;"/>
    <we:property name="isFiltersActionButtonVisible" value="true"/>
    <we:property name="isVisualContainerHeaderHidden" value="false"/>
    <we:property name="reportEmbeddedTime" value="&quot;2026-07-16T18:17:22.198Z&quot;"/>
    <we:property name="creatorTenantId" value="&quot;c9b9cb50-3644-4db4-a267-fa84df2f4ceb&quot;"/>
    <we:property name="creatorUserId" value="&quot;10032005FE6E48FD&quot;"/>
    <we:property name="creatorSessionId" value="&quot;2efede72-9e1b-4120-b394-1a98da25343c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2496</TotalTime>
  <Words>48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Segoe UI Light</vt:lpstr>
      <vt:lpstr>Wingdings 3</vt:lpstr>
      <vt:lpstr>Ion Boardroom</vt:lpstr>
      <vt:lpstr>Netflix Dataset Analysis</vt:lpstr>
      <vt:lpstr>Microsoft Power BI</vt:lpstr>
      <vt:lpstr>PowerPoint Presentation</vt:lpstr>
      <vt:lpstr>PowerPoint Presentation</vt:lpstr>
      <vt:lpstr>PowerPoint Presentation</vt:lpstr>
      <vt:lpstr>PowerPoint Presentation</vt:lpstr>
      <vt:lpstr>Data Quality, Assumptions &amp; Cleaning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Olujimi Adejolu [ MTN Nigeria ]</cp:lastModifiedBy>
  <cp:revision>3</cp:revision>
  <dcterms:created xsi:type="dcterms:W3CDTF">2018-06-07T21:39:02Z</dcterms:created>
  <dcterms:modified xsi:type="dcterms:W3CDTF">2026-07-17T10:46:38Z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MSIP_Label_f80a7a3a-bc3c-4766-942e-caa06576f037_Enabled">
    <vt:lpwstr>true</vt:lpwstr>
  </property>
  <property fmtid="{D5CDD505-2E9C-101B-9397-08002B2CF9AE}" pid="11" name="MSIP_Label_f80a7a3a-bc3c-4766-942e-caa06576f037_SetDate">
    <vt:lpwstr>2026-07-16T18:12:15Z</vt:lpwstr>
  </property>
  <property fmtid="{D5CDD505-2E9C-101B-9397-08002B2CF9AE}" pid="12" name="MSIP_Label_f80a7a3a-bc3c-4766-942e-caa06576f037_Method">
    <vt:lpwstr>Privileged</vt:lpwstr>
  </property>
  <property fmtid="{D5CDD505-2E9C-101B-9397-08002B2CF9AE}" pid="13" name="MSIP_Label_f80a7a3a-bc3c-4766-942e-caa06576f037_Name">
    <vt:lpwstr>Private</vt:lpwstr>
  </property>
  <property fmtid="{D5CDD505-2E9C-101B-9397-08002B2CF9AE}" pid="14" name="MSIP_Label_f80a7a3a-bc3c-4766-942e-caa06576f037_SiteId">
    <vt:lpwstr>c9b9cb50-3644-4db4-a267-fa84df2f4ceb</vt:lpwstr>
  </property>
  <property fmtid="{D5CDD505-2E9C-101B-9397-08002B2CF9AE}" pid="15" name="MSIP_Label_f80a7a3a-bc3c-4766-942e-caa06576f037_ActionId">
    <vt:lpwstr>432b47de-c3ff-4c7e-85b1-0a0b9db2eb7d</vt:lpwstr>
  </property>
  <property fmtid="{D5CDD505-2E9C-101B-9397-08002B2CF9AE}" pid="16" name="MSIP_Label_f80a7a3a-bc3c-4766-942e-caa06576f037_ContentBits">
    <vt:lpwstr>0</vt:lpwstr>
  </property>
  <property fmtid="{D5CDD505-2E9C-101B-9397-08002B2CF9AE}" pid="17" name="MSIP_Label_f80a7a3a-bc3c-4766-942e-caa06576f037_Tag">
    <vt:lpwstr>10, 0, 1, 1</vt:lpwstr>
  </property>
</Properties>
</file>